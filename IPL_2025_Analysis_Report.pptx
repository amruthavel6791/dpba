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2" r:id="rId8"/>
    <p:sldId id="264" r:id="rId9"/>
    <p:sldId id="265" r:id="rId10"/>
    <p:sldId id="266" r:id="rId11"/>
    <p:sldId id="268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1335"/>
            <a:ext cx="7924800" cy="2686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IPL 2025 PLAYERS AND TEAM PERFORMANCE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030855" y="3208020"/>
            <a:ext cx="3176270" cy="422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Analytics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2020" y="3844290"/>
            <a:ext cx="1852295" cy="930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AMRUTHA V</a:t>
            </a:r>
            <a:endParaRPr lang="en-US" sz="1400" dirty="0">
              <a:solidFill>
                <a:srgbClr val="94A3B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AF04972561</a:t>
            </a:r>
            <a:endParaRPr lang="en-US" sz="1400" dirty="0">
              <a:solidFill>
                <a:srgbClr val="94A3B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November 2025</a:t>
            </a:r>
            <a:endParaRPr lang="en-US" sz="1400" dirty="0">
              <a:solidFill>
                <a:srgbClr val="94A3B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Through This Power BI Analysis, we will: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935"/>
            <a:ext cx="7620000" cy="157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 player performance trends and team dynamics across IPL 2025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Analyze batting and bowling statistics to identify top performers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teams with high and low performance metrics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 data-driven team selection and strategy decisions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550" cy="620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Statements :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894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Runs Analysis: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Understand the overall batting performance across all players and teams.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Strike Rate Analysis: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Evaluate batting efficiency and aggressive play patterns.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Match Volume Analysis: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Examine total matches played to gain insight into player consistency.</a:t>
            </a:r>
            <a:endParaRPr lang="en-US" sz="1350" dirty="0">
              <a:solidFill>
                <a:srgbClr val="CBD5E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Boundary Analysis: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Analyze 4s and 6s distribution to understand scoring patterns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Team Performance Analysis: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Evaluate team-wise runs contribution and player distribution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225" y="279400"/>
            <a:ext cx="8083550" cy="632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Done For 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1170" y="1026795"/>
            <a:ext cx="8063230" cy="3804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00B0F0"/>
                </a:solidFill>
                <a:sym typeface="+mn-ea"/>
              </a:rPr>
              <a:t>SUM OF 4s AND 6s BY PLAYERS NAME(TABLE):</a:t>
            </a:r>
            <a:endParaRPr lang="en-US" sz="1350">
              <a:solidFill>
                <a:srgbClr val="00B0F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50">
                <a:solidFill>
                  <a:schemeClr val="bg1"/>
                </a:solidFill>
                <a:sym typeface="+mn-ea"/>
              </a:rPr>
              <a:t>    Detailed view of boundary hitting agility for each player matrix is designed.</a:t>
            </a:r>
            <a:endParaRPr lang="en-US" sz="135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00B0F0"/>
                </a:solidFill>
                <a:sym typeface="+mn-ea"/>
              </a:rPr>
              <a:t>     COUNT OF AVG,SUM OF Hs, SUM OF SR AND BF BY PLAYER NAME (CLUSTERED BAR CHART):</a:t>
            </a:r>
            <a:endParaRPr lang="en-US" sz="1350">
              <a:solidFill>
                <a:srgbClr val="00B0F0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350">
                <a:solidFill>
                  <a:schemeClr val="bg1"/>
                </a:solidFill>
                <a:sym typeface="+mn-ea"/>
              </a:rPr>
              <a:t>    Multi-metric comparision showing batting average, highest score, strike rate and balls faced</a:t>
            </a:r>
            <a:endParaRPr lang="en-US" sz="1350">
              <a:solidFill>
                <a:schemeClr val="bg1"/>
              </a:solidFill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00B0F0"/>
                </a:solidFill>
                <a:sym typeface="+mn-ea"/>
              </a:rPr>
              <a:t>SUM OF RUNS AND INN BY MATCHES(LINE CHART):</a:t>
            </a:r>
            <a:endParaRPr lang="en-US" sz="1350">
              <a:solidFill>
                <a:srgbClr val="00B0F0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350">
                <a:solidFill>
                  <a:schemeClr val="bg1"/>
                </a:solidFill>
                <a:sym typeface="+mn-ea"/>
              </a:rPr>
              <a:t>   Visuzlise match-wise run accumulation and innings trands over tournament progression.</a:t>
            </a:r>
            <a:endParaRPr lang="en-US" sz="135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SUM OF RUNS BY TEAMS(PIE CHART):</a:t>
            </a:r>
            <a:endParaRPr lang="en-US" sz="135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35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Represent the contribution of different teams to total runs scored.</a:t>
            </a:r>
            <a:endParaRPr lang="en-US" sz="135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OVERALL PERFORMANCE USING CARDS:</a:t>
            </a:r>
            <a:endParaRPr lang="en-US" sz="135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35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Display key matrics at a glance.</a:t>
            </a:r>
            <a:endParaRPr lang="en-US" sz="135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SLICERS FOR PLAYER NAME AND TEAM:</a:t>
            </a:r>
            <a:endParaRPr lang="en-US" sz="135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35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Enable filtering for specific player or team analysis.</a:t>
            </a:r>
            <a:endParaRPr lang="en-US" sz="135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ts val="3240"/>
              </a:lnSpc>
              <a:buSzPct val="100000"/>
              <a:buNone/>
            </a:pPr>
            <a:endParaRPr lang="en-US" sz="135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824856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50691"/>
            <a:ext cx="7924800" cy="1824856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975547"/>
            <a:ext cx="7924800" cy="1824856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Overall Performance using Cards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35"/>
            <a:ext cx="7461504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Runs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103016"/>
            <a:ext cx="7461504" cy="4800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25K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2659261"/>
            <a:ext cx="746150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 of Runs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455491"/>
            <a:ext cx="7461504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Strike Rate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927872"/>
            <a:ext cx="7461504" cy="4800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18.89K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4484117"/>
            <a:ext cx="746150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 of SR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5280347"/>
            <a:ext cx="7461504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Matches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752728"/>
            <a:ext cx="7461504" cy="4800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1,442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6308973"/>
            <a:ext cx="746150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 of Matches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Insights - Top Performers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8015" y="1249680"/>
            <a:ext cx="5170805" cy="3274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Highest run scorers identified with consistency metrics across multiple matches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Players with best strike rates showcasing aggressive batting styles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Boundary kings analyzed through most 4s and 6s distribution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Player performance comparison across all teams</a:t>
            </a:r>
            <a:endParaRPr lang="en-US" sz="1350" dirty="0"/>
          </a:p>
        </p:txBody>
      </p:sp>
      <p:pic>
        <p:nvPicPr>
          <p:cNvPr id="5" name="Picture 4" descr="Screenshot (1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8820" y="454660"/>
            <a:ext cx="2886075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Insights - Team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441450"/>
            <a:ext cx="5077460" cy="2343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Team-wise run contribution and distribution patterns identified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Player depth analysis across all eight franchises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patterns tracked across tournament progression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Match trends showing run accumulation throughout the season</a:t>
            </a:r>
            <a:endParaRPr lang="en-US" sz="1350" dirty="0"/>
          </a:p>
        </p:txBody>
      </p:sp>
      <p:pic>
        <p:nvPicPr>
          <p:cNvPr id="5" name="Picture 4" descr="Screenshot (1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215" y="785495"/>
            <a:ext cx="3133725" cy="3943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Key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Comprehensive view of IPL 2025 player and team performance metrics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Data-driven insights enable strategic decision-making for team management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Clear identification of strengths and areas for improvement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Interactive dashboard allows filtering by player and team for detailed analysis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6460" y="1928495"/>
            <a:ext cx="2291715" cy="1564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77640" y="3759200"/>
            <a:ext cx="1188085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2541</Words>
  <Application>WPS Presentation</Application>
  <PresentationFormat>On-screen Show (16:9)</PresentationFormat>
  <Paragraphs>87</Paragraphs>
  <Slides>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Perplexity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creator>Perplexity</dc:creator>
  <dc:subject>PptxGenJS Presentation</dc:subject>
  <cp:lastModifiedBy>Amrutha V. [PMCs]</cp:lastModifiedBy>
  <cp:revision>2</cp:revision>
  <dcterms:created xsi:type="dcterms:W3CDTF">2025-11-19T11:23:00Z</dcterms:created>
  <dcterms:modified xsi:type="dcterms:W3CDTF">2025-11-19T11:44:35Z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2E482C918CF54D34959EA16FC415EC41_13</vt:lpwstr>
  </property>
  <property fmtid="{D5CDD505-2E9C-101B-9397-08002B2CF9AE}" pid="3" name="KSOProductBuildVer">
    <vt:lpwstr>1033-12.2.0.22222</vt:lpwstr>
  </property>
</Properties>
</file>